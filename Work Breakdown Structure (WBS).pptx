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92393" autoAdjust="0"/>
  </p:normalViewPr>
  <p:slideViewPr>
    <p:cSldViewPr snapToGrid="0" snapToObjects="1">
      <p:cViewPr varScale="1">
        <p:scale>
          <a:sx n="79" d="100"/>
          <a:sy n="79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Deployment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Home page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College Search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User Login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Database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423D8E91-8C43-4606-8076-190BBFAE87E7}">
      <dgm:prSet phldrT="[Text]" custT="1"/>
      <dgm:spPr/>
      <dgm:t>
        <a:bodyPr/>
        <a:lstStyle/>
        <a:p>
          <a:r>
            <a:rPr lang="en-GB" sz="1050" dirty="0"/>
            <a:t>Requirement Gathering</a:t>
          </a:r>
        </a:p>
      </dgm:t>
    </dgm:pt>
    <dgm:pt modelId="{63FB372D-CF52-4CC6-8EEF-CECC9573235A}" type="parTrans" cxnId="{71BE0162-3FD2-44EC-950C-42C621356D45}">
      <dgm:prSet/>
      <dgm:spPr/>
      <dgm:t>
        <a:bodyPr/>
        <a:lstStyle/>
        <a:p>
          <a:endParaRPr lang="en-IN"/>
        </a:p>
      </dgm:t>
    </dgm:pt>
    <dgm:pt modelId="{442F7743-9D43-4C10-9D6C-B0A2994F07A6}" type="sibTrans" cxnId="{71BE0162-3FD2-44EC-950C-42C621356D45}">
      <dgm:prSet/>
      <dgm:spPr/>
      <dgm:t>
        <a:bodyPr/>
        <a:lstStyle/>
        <a:p>
          <a:endParaRPr lang="en-IN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1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1"/>
      <dgm:spPr/>
    </dgm:pt>
    <dgm:pt modelId="{082858DA-3FBC-224B-94F4-A3E62BFB3CA0}" type="pres">
      <dgm:prSet presAssocID="{6F990348-5120-7140-980E-D1A49D03543A}" presName="text3" presStyleLbl="fgAcc3" presStyleIdx="0" presStyleCnt="11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1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1"/>
      <dgm:spPr/>
    </dgm:pt>
    <dgm:pt modelId="{8EEDF970-CC88-124A-A9E9-A1462E464C5C}" type="pres">
      <dgm:prSet presAssocID="{29AD3176-2D40-CF49-A544-12BEE310D254}" presName="text3" presStyleLbl="fgAcc3" presStyleIdx="1" presStyleCnt="11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E98110A5-7FA9-4FEE-A290-B4487BD3E243}" type="pres">
      <dgm:prSet presAssocID="{63FB372D-CF52-4CC6-8EEF-CECC9573235A}" presName="Name17" presStyleLbl="parChTrans1D3" presStyleIdx="2" presStyleCnt="11"/>
      <dgm:spPr/>
    </dgm:pt>
    <dgm:pt modelId="{893576EF-1608-4150-9E0C-3B38520BD40E}" type="pres">
      <dgm:prSet presAssocID="{423D8E91-8C43-4606-8076-190BBFAE87E7}" presName="hierRoot3" presStyleCnt="0"/>
      <dgm:spPr/>
    </dgm:pt>
    <dgm:pt modelId="{05C7FB51-0C79-4A25-AD0D-5311BC0985BF}" type="pres">
      <dgm:prSet presAssocID="{423D8E91-8C43-4606-8076-190BBFAE87E7}" presName="composite3" presStyleCnt="0"/>
      <dgm:spPr/>
    </dgm:pt>
    <dgm:pt modelId="{0CB8577F-5571-4679-B257-D6B763470AF2}" type="pres">
      <dgm:prSet presAssocID="{423D8E91-8C43-4606-8076-190BBFAE87E7}" presName="background3" presStyleLbl="node3" presStyleIdx="2" presStyleCnt="11"/>
      <dgm:spPr/>
    </dgm:pt>
    <dgm:pt modelId="{DE5ABB7B-CD3D-430B-9221-0C599083EC56}" type="pres">
      <dgm:prSet presAssocID="{423D8E91-8C43-4606-8076-190BBFAE87E7}" presName="text3" presStyleLbl="fgAcc3" presStyleIdx="2" presStyleCnt="11">
        <dgm:presLayoutVars>
          <dgm:chPref val="3"/>
        </dgm:presLayoutVars>
      </dgm:prSet>
      <dgm:spPr/>
    </dgm:pt>
    <dgm:pt modelId="{9D844E4E-A427-4955-8951-285D10B36452}" type="pres">
      <dgm:prSet presAssocID="{423D8E91-8C43-4606-8076-190BBFAE87E7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3" presStyleCnt="11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3" presStyleCnt="11"/>
      <dgm:spPr/>
    </dgm:pt>
    <dgm:pt modelId="{1335637A-7683-4A41-B519-CE080C5D3C7D}" type="pres">
      <dgm:prSet presAssocID="{50A67927-BA02-734A-A0AE-86F97EFE870C}" presName="text3" presStyleLbl="fgAcc3" presStyleIdx="3" presStyleCnt="11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4" presStyleCnt="11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4" presStyleCnt="11"/>
      <dgm:spPr/>
    </dgm:pt>
    <dgm:pt modelId="{98149894-16C1-9849-9F1D-7F8F3F75A8FC}" type="pres">
      <dgm:prSet presAssocID="{98D6B55B-33A1-654B-9A07-4017B4BCBC3D}" presName="text3" presStyleLbl="fgAcc3" presStyleIdx="4" presStyleCnt="11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5" presStyleCnt="11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5" presStyleCnt="11"/>
      <dgm:spPr/>
    </dgm:pt>
    <dgm:pt modelId="{EACE96B3-4D7B-5841-A0E5-AF7D060742AB}" type="pres">
      <dgm:prSet presAssocID="{7634EBF5-E466-1B4A-B6D3-3F4B45B7606D}" presName="text3" presStyleLbl="fgAcc3" presStyleIdx="5" presStyleCnt="11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6" presStyleCnt="11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6" presStyleCnt="11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6" presStyleCnt="11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7" presStyleCnt="11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7" presStyleCnt="11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7" presStyleCnt="11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8" presStyleCnt="11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8" presStyleCnt="11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8" presStyleCnt="11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9" presStyleCnt="11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9" presStyleCnt="11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9" presStyleCnt="11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10" presStyleCnt="11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10" presStyleCnt="11"/>
      <dgm:spPr/>
    </dgm:pt>
    <dgm:pt modelId="{9667A29C-175F-3046-887F-2D268E592584}" type="pres">
      <dgm:prSet presAssocID="{089FD83E-6928-1E43-95D3-124D5441D173}" presName="text3" presStyleLbl="fgAcc3" presStyleIdx="10" presStyleCnt="11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A8248C1C-F1CD-48F5-817E-086583288859}" type="presOf" srcId="{423D8E91-8C43-4606-8076-190BBFAE87E7}" destId="{DE5ABB7B-CD3D-430B-9221-0C599083EC56}" srcOrd="0" destOrd="0" presId="urn:microsoft.com/office/officeart/2005/8/layout/hierarchy1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71BE0162-3FD2-44EC-950C-42C621356D45}" srcId="{DF86860E-2719-A64A-80FF-F56192895399}" destId="{423D8E91-8C43-4606-8076-190BBFAE87E7}" srcOrd="2" destOrd="0" parTransId="{63FB372D-CF52-4CC6-8EEF-CECC9573235A}" sibTransId="{442F7743-9D43-4C10-9D6C-B0A2994F07A6}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3E38669D-7A48-43CB-8B5B-E537EE325A3D}" type="presOf" srcId="{63FB372D-CF52-4CC6-8EEF-CECC9573235A}" destId="{E98110A5-7FA9-4FEE-A290-B4487BD3E243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02F59C40-AAC9-440D-86AD-C777D92C94C1}" type="presParOf" srcId="{0EDC9799-1D2B-AD42-A6DC-713273D15719}" destId="{E98110A5-7FA9-4FEE-A290-B4487BD3E243}" srcOrd="4" destOrd="0" presId="urn:microsoft.com/office/officeart/2005/8/layout/hierarchy1"/>
    <dgm:cxn modelId="{C0E4B69A-B23E-4869-B1D2-77A8839A3823}" type="presParOf" srcId="{0EDC9799-1D2B-AD42-A6DC-713273D15719}" destId="{893576EF-1608-4150-9E0C-3B38520BD40E}" srcOrd="5" destOrd="0" presId="urn:microsoft.com/office/officeart/2005/8/layout/hierarchy1"/>
    <dgm:cxn modelId="{09451F06-72BF-4070-BD7B-19B227E23FBF}" type="presParOf" srcId="{893576EF-1608-4150-9E0C-3B38520BD40E}" destId="{05C7FB51-0C79-4A25-AD0D-5311BC0985BF}" srcOrd="0" destOrd="0" presId="urn:microsoft.com/office/officeart/2005/8/layout/hierarchy1"/>
    <dgm:cxn modelId="{78BB2E75-B419-4BF5-99CF-3B17B117E073}" type="presParOf" srcId="{05C7FB51-0C79-4A25-AD0D-5311BC0985BF}" destId="{0CB8577F-5571-4679-B257-D6B763470AF2}" srcOrd="0" destOrd="0" presId="urn:microsoft.com/office/officeart/2005/8/layout/hierarchy1"/>
    <dgm:cxn modelId="{B8918795-4037-40E1-AB9A-0CF97C02A1D3}" type="presParOf" srcId="{05C7FB51-0C79-4A25-AD0D-5311BC0985BF}" destId="{DE5ABB7B-CD3D-430B-9221-0C599083EC56}" srcOrd="1" destOrd="0" presId="urn:microsoft.com/office/officeart/2005/8/layout/hierarchy1"/>
    <dgm:cxn modelId="{FFB838EF-F72A-4752-ABFC-A098513E52D4}" type="presParOf" srcId="{893576EF-1608-4150-9E0C-3B38520BD40E}" destId="{9D844E4E-A427-4955-8951-285D10B36452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86922" y="2421846"/>
          <a:ext cx="91440" cy="209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4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6132150" y="1755156"/>
          <a:ext cx="5000491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5000491" y="142719"/>
              </a:lnTo>
              <a:lnTo>
                <a:pt x="5000491" y="20942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10102079" y="3088536"/>
          <a:ext cx="91440" cy="209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42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897354" y="2421846"/>
          <a:ext cx="2250444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2250444" y="142719"/>
              </a:lnTo>
              <a:lnTo>
                <a:pt x="2250444" y="209428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9121665" y="3088536"/>
          <a:ext cx="91440" cy="209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42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897354" y="2421846"/>
          <a:ext cx="1270030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1270030" y="142719"/>
              </a:lnTo>
              <a:lnTo>
                <a:pt x="1270030" y="209428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287266" y="3755226"/>
          <a:ext cx="1320178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1320178" y="142719"/>
              </a:lnTo>
              <a:lnTo>
                <a:pt x="1320178" y="2094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287266" y="3755226"/>
          <a:ext cx="440059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440059" y="142719"/>
              </a:lnTo>
              <a:lnTo>
                <a:pt x="440059" y="2094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847207" y="3755226"/>
          <a:ext cx="440059" cy="209428"/>
        </a:xfrm>
        <a:custGeom>
          <a:avLst/>
          <a:gdLst/>
          <a:ahLst/>
          <a:cxnLst/>
          <a:rect l="0" t="0" r="0" b="0"/>
          <a:pathLst>
            <a:path>
              <a:moveTo>
                <a:pt x="440059" y="0"/>
              </a:moveTo>
              <a:lnTo>
                <a:pt x="440059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967088" y="3755226"/>
          <a:ext cx="1320178" cy="209428"/>
        </a:xfrm>
        <a:custGeom>
          <a:avLst/>
          <a:gdLst/>
          <a:ahLst/>
          <a:cxnLst/>
          <a:rect l="0" t="0" r="0" b="0"/>
          <a:pathLst>
            <a:path>
              <a:moveTo>
                <a:pt x="1320178" y="0"/>
              </a:moveTo>
              <a:lnTo>
                <a:pt x="1320178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8241546" y="3088536"/>
          <a:ext cx="91440" cy="209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42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897354" y="2421846"/>
          <a:ext cx="389911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389911" y="142719"/>
              </a:lnTo>
              <a:lnTo>
                <a:pt x="389911" y="209428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646910" y="3088536"/>
          <a:ext cx="524372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524372" y="142719"/>
              </a:lnTo>
              <a:lnTo>
                <a:pt x="524372" y="20942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5206850" y="3755226"/>
          <a:ext cx="880118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880118" y="142719"/>
              </a:lnTo>
              <a:lnTo>
                <a:pt x="880118" y="2094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5161130" y="3755226"/>
          <a:ext cx="91440" cy="209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4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4326732" y="3755226"/>
          <a:ext cx="880118" cy="209428"/>
        </a:xfrm>
        <a:custGeom>
          <a:avLst/>
          <a:gdLst/>
          <a:ahLst/>
          <a:cxnLst/>
          <a:rect l="0" t="0" r="0" b="0"/>
          <a:pathLst>
            <a:path>
              <a:moveTo>
                <a:pt x="880118" y="0"/>
              </a:moveTo>
              <a:lnTo>
                <a:pt x="880118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5206850" y="3088536"/>
          <a:ext cx="440059" cy="209428"/>
        </a:xfrm>
        <a:custGeom>
          <a:avLst/>
          <a:gdLst/>
          <a:ahLst/>
          <a:cxnLst/>
          <a:rect l="0" t="0" r="0" b="0"/>
          <a:pathLst>
            <a:path>
              <a:moveTo>
                <a:pt x="440059" y="0"/>
              </a:moveTo>
              <a:lnTo>
                <a:pt x="440059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646910" y="2421846"/>
          <a:ext cx="2250444" cy="209428"/>
        </a:xfrm>
        <a:custGeom>
          <a:avLst/>
          <a:gdLst/>
          <a:ahLst/>
          <a:cxnLst/>
          <a:rect l="0" t="0" r="0" b="0"/>
          <a:pathLst>
            <a:path>
              <a:moveTo>
                <a:pt x="2250444" y="0"/>
              </a:moveTo>
              <a:lnTo>
                <a:pt x="2250444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6132150" y="1755156"/>
          <a:ext cx="1765204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1765204" y="142719"/>
              </a:lnTo>
              <a:lnTo>
                <a:pt x="1765204" y="20942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886672" y="2421846"/>
          <a:ext cx="880118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880118" y="142719"/>
              </a:lnTo>
              <a:lnTo>
                <a:pt x="880118" y="2094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840952" y="2421846"/>
          <a:ext cx="91440" cy="209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4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3006553" y="2421846"/>
          <a:ext cx="880118" cy="209428"/>
        </a:xfrm>
        <a:custGeom>
          <a:avLst/>
          <a:gdLst/>
          <a:ahLst/>
          <a:cxnLst/>
          <a:rect l="0" t="0" r="0" b="0"/>
          <a:pathLst>
            <a:path>
              <a:moveTo>
                <a:pt x="880118" y="0"/>
              </a:moveTo>
              <a:lnTo>
                <a:pt x="880118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886672" y="1755156"/>
          <a:ext cx="2245477" cy="209428"/>
        </a:xfrm>
        <a:custGeom>
          <a:avLst/>
          <a:gdLst/>
          <a:ahLst/>
          <a:cxnLst/>
          <a:rect l="0" t="0" r="0" b="0"/>
          <a:pathLst>
            <a:path>
              <a:moveTo>
                <a:pt x="2245477" y="0"/>
              </a:moveTo>
              <a:lnTo>
                <a:pt x="2245477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8110A5-7FA9-4FEE-A290-B4487BD3E243}">
      <dsp:nvSpPr>
        <dsp:cNvPr id="0" name=""/>
        <dsp:cNvSpPr/>
      </dsp:nvSpPr>
      <dsp:spPr>
        <a:xfrm>
          <a:off x="1246316" y="2421846"/>
          <a:ext cx="880118" cy="20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19"/>
              </a:lnTo>
              <a:lnTo>
                <a:pt x="880118" y="142719"/>
              </a:lnTo>
              <a:lnTo>
                <a:pt x="880118" y="2094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1200596" y="2421846"/>
          <a:ext cx="91440" cy="209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4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66197" y="2421846"/>
          <a:ext cx="880118" cy="209428"/>
        </a:xfrm>
        <a:custGeom>
          <a:avLst/>
          <a:gdLst/>
          <a:ahLst/>
          <a:cxnLst/>
          <a:rect l="0" t="0" r="0" b="0"/>
          <a:pathLst>
            <a:path>
              <a:moveTo>
                <a:pt x="880118" y="0"/>
              </a:moveTo>
              <a:lnTo>
                <a:pt x="880118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1246316" y="1755156"/>
          <a:ext cx="4885834" cy="209428"/>
        </a:xfrm>
        <a:custGeom>
          <a:avLst/>
          <a:gdLst/>
          <a:ahLst/>
          <a:cxnLst/>
          <a:rect l="0" t="0" r="0" b="0"/>
          <a:pathLst>
            <a:path>
              <a:moveTo>
                <a:pt x="4885834" y="0"/>
              </a:moveTo>
              <a:lnTo>
                <a:pt x="4885834" y="142719"/>
              </a:lnTo>
              <a:lnTo>
                <a:pt x="0" y="142719"/>
              </a:lnTo>
              <a:lnTo>
                <a:pt x="0" y="20942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468146" y="582494"/>
          <a:ext cx="3328008" cy="11726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548156" y="658504"/>
          <a:ext cx="3328008" cy="1172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582502" y="692850"/>
        <a:ext cx="3259316" cy="1103969"/>
      </dsp:txXfrm>
    </dsp:sp>
    <dsp:sp modelId="{98C76165-9034-1643-9104-9B92F7A95E7E}">
      <dsp:nvSpPr>
        <dsp:cNvPr id="0" name=""/>
        <dsp:cNvSpPr/>
      </dsp:nvSpPr>
      <dsp:spPr>
        <a:xfrm>
          <a:off x="771610" y="1964584"/>
          <a:ext cx="949412" cy="457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851620" y="2040594"/>
          <a:ext cx="949412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865013" y="2053987"/>
        <a:ext cx="922626" cy="430475"/>
      </dsp:txXfrm>
    </dsp:sp>
    <dsp:sp modelId="{44BEB450-4BCD-F54F-A322-73AA595A8A41}">
      <dsp:nvSpPr>
        <dsp:cNvPr id="0" name=""/>
        <dsp:cNvSpPr/>
      </dsp:nvSpPr>
      <dsp:spPr>
        <a:xfrm>
          <a:off x="6148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86159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99552" y="2720677"/>
        <a:ext cx="693311" cy="430475"/>
      </dsp:txXfrm>
    </dsp:sp>
    <dsp:sp modelId="{FEEC3C17-77DE-4445-9F57-EC26BC3F2F4C}">
      <dsp:nvSpPr>
        <dsp:cNvPr id="0" name=""/>
        <dsp:cNvSpPr/>
      </dsp:nvSpPr>
      <dsp:spPr>
        <a:xfrm>
          <a:off x="886267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966278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979671" y="2720677"/>
        <a:ext cx="693311" cy="430475"/>
      </dsp:txXfrm>
    </dsp:sp>
    <dsp:sp modelId="{0CB8577F-5571-4679-B257-D6B763470AF2}">
      <dsp:nvSpPr>
        <dsp:cNvPr id="0" name=""/>
        <dsp:cNvSpPr/>
      </dsp:nvSpPr>
      <dsp:spPr>
        <a:xfrm>
          <a:off x="1766386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ABB7B-CD3D-430B-9221-0C599083EC56}">
      <dsp:nvSpPr>
        <dsp:cNvPr id="0" name=""/>
        <dsp:cNvSpPr/>
      </dsp:nvSpPr>
      <dsp:spPr>
        <a:xfrm>
          <a:off x="1846397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Requirement Gathering</a:t>
          </a:r>
        </a:p>
      </dsp:txBody>
      <dsp:txXfrm>
        <a:off x="1859790" y="2720677"/>
        <a:ext cx="693311" cy="430475"/>
      </dsp:txXfrm>
    </dsp:sp>
    <dsp:sp modelId="{10ED8AD8-C95D-7F46-8284-6BFFCB8023D0}">
      <dsp:nvSpPr>
        <dsp:cNvPr id="0" name=""/>
        <dsp:cNvSpPr/>
      </dsp:nvSpPr>
      <dsp:spPr>
        <a:xfrm>
          <a:off x="3526623" y="1964584"/>
          <a:ext cx="720097" cy="457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3606634" y="204059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3620027" y="2053987"/>
        <a:ext cx="693311" cy="430475"/>
      </dsp:txXfrm>
    </dsp:sp>
    <dsp:sp modelId="{6E16703E-D480-984D-B802-173E140186A1}">
      <dsp:nvSpPr>
        <dsp:cNvPr id="0" name=""/>
        <dsp:cNvSpPr/>
      </dsp:nvSpPr>
      <dsp:spPr>
        <a:xfrm>
          <a:off x="2646505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2726515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739908" y="2720677"/>
        <a:ext cx="693311" cy="430475"/>
      </dsp:txXfrm>
    </dsp:sp>
    <dsp:sp modelId="{9BB62355-7E98-FF48-B43F-443943F5FC67}">
      <dsp:nvSpPr>
        <dsp:cNvPr id="0" name=""/>
        <dsp:cNvSpPr/>
      </dsp:nvSpPr>
      <dsp:spPr>
        <a:xfrm>
          <a:off x="3526623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3606634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3620027" y="2720677"/>
        <a:ext cx="693311" cy="430475"/>
      </dsp:txXfrm>
    </dsp:sp>
    <dsp:sp modelId="{06B3B77D-83B7-4F4F-A505-FD6E2141620B}">
      <dsp:nvSpPr>
        <dsp:cNvPr id="0" name=""/>
        <dsp:cNvSpPr/>
      </dsp:nvSpPr>
      <dsp:spPr>
        <a:xfrm>
          <a:off x="4406742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4486753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4500146" y="2720677"/>
        <a:ext cx="693311" cy="430475"/>
      </dsp:txXfrm>
    </dsp:sp>
    <dsp:sp modelId="{B1AEAF6C-B8B1-1748-805C-DEA9F80466AD}">
      <dsp:nvSpPr>
        <dsp:cNvPr id="0" name=""/>
        <dsp:cNvSpPr/>
      </dsp:nvSpPr>
      <dsp:spPr>
        <a:xfrm>
          <a:off x="7295580" y="1964584"/>
          <a:ext cx="1203548" cy="457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375591" y="2040594"/>
          <a:ext cx="1203548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388984" y="2053987"/>
        <a:ext cx="1176762" cy="430475"/>
      </dsp:txXfrm>
    </dsp:sp>
    <dsp:sp modelId="{D69C27FE-178C-0B44-8F16-561617AC1399}">
      <dsp:nvSpPr>
        <dsp:cNvPr id="0" name=""/>
        <dsp:cNvSpPr/>
      </dsp:nvSpPr>
      <dsp:spPr>
        <a:xfrm>
          <a:off x="5286861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5366872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80265" y="2720677"/>
        <a:ext cx="693311" cy="430475"/>
      </dsp:txXfrm>
    </dsp:sp>
    <dsp:sp modelId="{27CAD266-EAE3-2A42-904D-42C85764CE0C}">
      <dsp:nvSpPr>
        <dsp:cNvPr id="0" name=""/>
        <dsp:cNvSpPr/>
      </dsp:nvSpPr>
      <dsp:spPr>
        <a:xfrm>
          <a:off x="4762489" y="3297964"/>
          <a:ext cx="888722" cy="457261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842500" y="3373974"/>
          <a:ext cx="888722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855893" y="3387367"/>
        <a:ext cx="861936" cy="430475"/>
      </dsp:txXfrm>
    </dsp:sp>
    <dsp:sp modelId="{B98F8870-53AF-2E47-8DC4-D3880E39DAC2}">
      <dsp:nvSpPr>
        <dsp:cNvPr id="0" name=""/>
        <dsp:cNvSpPr/>
      </dsp:nvSpPr>
      <dsp:spPr>
        <a:xfrm>
          <a:off x="3966683" y="3964654"/>
          <a:ext cx="720097" cy="45726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4046694" y="404066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4060087" y="4054057"/>
        <a:ext cx="693311" cy="430475"/>
      </dsp:txXfrm>
    </dsp:sp>
    <dsp:sp modelId="{C320C1A5-5933-7346-8BDE-9AEE18EED0D5}">
      <dsp:nvSpPr>
        <dsp:cNvPr id="0" name=""/>
        <dsp:cNvSpPr/>
      </dsp:nvSpPr>
      <dsp:spPr>
        <a:xfrm>
          <a:off x="4846802" y="3964654"/>
          <a:ext cx="720097" cy="45726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926813" y="404066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940206" y="4054057"/>
        <a:ext cx="693311" cy="430475"/>
      </dsp:txXfrm>
    </dsp:sp>
    <dsp:sp modelId="{E8292A70-5998-2848-8036-0475A0D76C22}">
      <dsp:nvSpPr>
        <dsp:cNvPr id="0" name=""/>
        <dsp:cNvSpPr/>
      </dsp:nvSpPr>
      <dsp:spPr>
        <a:xfrm>
          <a:off x="5726921" y="3964654"/>
          <a:ext cx="720097" cy="45726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806931" y="404066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820324" y="4054057"/>
        <a:ext cx="693311" cy="430475"/>
      </dsp:txXfrm>
    </dsp:sp>
    <dsp:sp modelId="{B971B8B7-8197-DF40-94B7-D04DF948C93E}">
      <dsp:nvSpPr>
        <dsp:cNvPr id="0" name=""/>
        <dsp:cNvSpPr/>
      </dsp:nvSpPr>
      <dsp:spPr>
        <a:xfrm>
          <a:off x="5811233" y="3297964"/>
          <a:ext cx="720097" cy="457261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891244" y="337397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904637" y="3387367"/>
        <a:ext cx="693311" cy="430475"/>
      </dsp:txXfrm>
    </dsp:sp>
    <dsp:sp modelId="{6D5BA4A2-8D20-0449-9E98-F0EF444A63FB}">
      <dsp:nvSpPr>
        <dsp:cNvPr id="0" name=""/>
        <dsp:cNvSpPr/>
      </dsp:nvSpPr>
      <dsp:spPr>
        <a:xfrm>
          <a:off x="7927218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8007228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8020621" y="2720677"/>
        <a:ext cx="693311" cy="430475"/>
      </dsp:txXfrm>
    </dsp:sp>
    <dsp:sp modelId="{F7A0C49C-47A1-134D-818D-55E7FE493CB6}">
      <dsp:nvSpPr>
        <dsp:cNvPr id="0" name=""/>
        <dsp:cNvSpPr/>
      </dsp:nvSpPr>
      <dsp:spPr>
        <a:xfrm>
          <a:off x="7927218" y="3297964"/>
          <a:ext cx="720097" cy="457261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8007228" y="337397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8020621" y="3387367"/>
        <a:ext cx="693311" cy="430475"/>
      </dsp:txXfrm>
    </dsp:sp>
    <dsp:sp modelId="{2CCD2003-1084-6E45-A16F-8DD22C2F3363}">
      <dsp:nvSpPr>
        <dsp:cNvPr id="0" name=""/>
        <dsp:cNvSpPr/>
      </dsp:nvSpPr>
      <dsp:spPr>
        <a:xfrm>
          <a:off x="6607039" y="3964654"/>
          <a:ext cx="720097" cy="45726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687050" y="404066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Home page</a:t>
          </a:r>
        </a:p>
      </dsp:txBody>
      <dsp:txXfrm>
        <a:off x="6700443" y="4054057"/>
        <a:ext cx="693311" cy="430475"/>
      </dsp:txXfrm>
    </dsp:sp>
    <dsp:sp modelId="{79156C9E-B7D6-044E-BDFF-0A9B633EEE56}">
      <dsp:nvSpPr>
        <dsp:cNvPr id="0" name=""/>
        <dsp:cNvSpPr/>
      </dsp:nvSpPr>
      <dsp:spPr>
        <a:xfrm>
          <a:off x="7487158" y="3964654"/>
          <a:ext cx="720097" cy="45726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567169" y="404066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College Search</a:t>
          </a:r>
        </a:p>
      </dsp:txBody>
      <dsp:txXfrm>
        <a:off x="7580562" y="4054057"/>
        <a:ext cx="693311" cy="430475"/>
      </dsp:txXfrm>
    </dsp:sp>
    <dsp:sp modelId="{C19139E1-A0BD-5B49-997C-3539729C0F4B}">
      <dsp:nvSpPr>
        <dsp:cNvPr id="0" name=""/>
        <dsp:cNvSpPr/>
      </dsp:nvSpPr>
      <dsp:spPr>
        <a:xfrm>
          <a:off x="8367277" y="3964654"/>
          <a:ext cx="720097" cy="45726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447288" y="404066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User Login</a:t>
          </a:r>
        </a:p>
      </dsp:txBody>
      <dsp:txXfrm>
        <a:off x="8460681" y="4054057"/>
        <a:ext cx="693311" cy="430475"/>
      </dsp:txXfrm>
    </dsp:sp>
    <dsp:sp modelId="{7BC15EF3-0DDB-9343-A8E7-056233817092}">
      <dsp:nvSpPr>
        <dsp:cNvPr id="0" name=""/>
        <dsp:cNvSpPr/>
      </dsp:nvSpPr>
      <dsp:spPr>
        <a:xfrm>
          <a:off x="9247396" y="3964654"/>
          <a:ext cx="720097" cy="45726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327407" y="404066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Database</a:t>
          </a:r>
        </a:p>
      </dsp:txBody>
      <dsp:txXfrm>
        <a:off x="9340800" y="4054057"/>
        <a:ext cx="693311" cy="430475"/>
      </dsp:txXfrm>
    </dsp:sp>
    <dsp:sp modelId="{5F730CFB-B1DC-214D-A699-48CA2DB8DCBA}">
      <dsp:nvSpPr>
        <dsp:cNvPr id="0" name=""/>
        <dsp:cNvSpPr/>
      </dsp:nvSpPr>
      <dsp:spPr>
        <a:xfrm>
          <a:off x="8807337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887347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900740" y="2720677"/>
        <a:ext cx="693311" cy="430475"/>
      </dsp:txXfrm>
    </dsp:sp>
    <dsp:sp modelId="{2DCC3036-0B92-6C48-918D-7A4A72D3008D}">
      <dsp:nvSpPr>
        <dsp:cNvPr id="0" name=""/>
        <dsp:cNvSpPr/>
      </dsp:nvSpPr>
      <dsp:spPr>
        <a:xfrm>
          <a:off x="8807337" y="3297964"/>
          <a:ext cx="720097" cy="457261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887347" y="337397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900740" y="3387367"/>
        <a:ext cx="693311" cy="430475"/>
      </dsp:txXfrm>
    </dsp:sp>
    <dsp:sp modelId="{E25B53CB-CF47-6D48-8760-6D5D8C409868}">
      <dsp:nvSpPr>
        <dsp:cNvPr id="0" name=""/>
        <dsp:cNvSpPr/>
      </dsp:nvSpPr>
      <dsp:spPr>
        <a:xfrm>
          <a:off x="9787751" y="2631274"/>
          <a:ext cx="720097" cy="457261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867761" y="270728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881154" y="2720677"/>
        <a:ext cx="693311" cy="430475"/>
      </dsp:txXfrm>
    </dsp:sp>
    <dsp:sp modelId="{F661BCB1-6019-854E-AB11-069C96B73448}">
      <dsp:nvSpPr>
        <dsp:cNvPr id="0" name=""/>
        <dsp:cNvSpPr/>
      </dsp:nvSpPr>
      <dsp:spPr>
        <a:xfrm>
          <a:off x="9687455" y="3297964"/>
          <a:ext cx="920687" cy="457261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767466" y="3373974"/>
          <a:ext cx="92068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Deployment</a:t>
          </a:r>
        </a:p>
      </dsp:txBody>
      <dsp:txXfrm>
        <a:off x="9780859" y="3387367"/>
        <a:ext cx="893901" cy="430475"/>
      </dsp:txXfrm>
    </dsp:sp>
    <dsp:sp modelId="{C6889B4A-A1C3-AE4F-B359-EDC34D071562}">
      <dsp:nvSpPr>
        <dsp:cNvPr id="0" name=""/>
        <dsp:cNvSpPr/>
      </dsp:nvSpPr>
      <dsp:spPr>
        <a:xfrm>
          <a:off x="10772593" y="1964584"/>
          <a:ext cx="720097" cy="457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852604" y="2040594"/>
          <a:ext cx="720097" cy="4572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65997" y="2053987"/>
        <a:ext cx="693311" cy="430475"/>
      </dsp:txXfrm>
    </dsp:sp>
    <dsp:sp modelId="{1A666A08-3657-A346-BA52-88A9FB0BBAAD}">
      <dsp:nvSpPr>
        <dsp:cNvPr id="0" name=""/>
        <dsp:cNvSpPr/>
      </dsp:nvSpPr>
      <dsp:spPr>
        <a:xfrm>
          <a:off x="10667869" y="2631274"/>
          <a:ext cx="929544" cy="5994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747880" y="2707284"/>
          <a:ext cx="929544" cy="5994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765437" y="2724841"/>
        <a:ext cx="894430" cy="5643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‘Web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23488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6795</TotalTime>
  <Words>72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‘Web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Prajakta Pattanaik</cp:lastModifiedBy>
  <cp:revision>242</cp:revision>
  <dcterms:created xsi:type="dcterms:W3CDTF">2023-07-15T03:43:48Z</dcterms:created>
  <dcterms:modified xsi:type="dcterms:W3CDTF">2026-06-25T08:03:58Z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